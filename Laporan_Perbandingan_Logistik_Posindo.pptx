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POS INDONESIA LOGISTICS REPORT 2026</a:t>
            </a:r>
          </a:p>
          <a:p>
            <a:pPr>
              <a:spcBef>
                <a:spcPts val="1000"/>
              </a:spcBef>
              <a:defRPr sz="3200" b="1">
                <a:solidFill>
                  <a:srgbClr val="F1F5F9"/>
                </a:solidFill>
              </a:defRPr>
            </a:pPr>
            <a:r>
              <a:t>Laporan Evaluasi &amp; Rekonsiliasi Tracking Logistik Pos Indonesia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</a:defRPr>
            </a:pPr>
            <a:r>
              <a:t>Analisis Rekonsiliasi Data Spreadsheet Manual vs Database MySQL &amp; Live Bot NIPos API</a:t>
            </a:r>
            <a:br/>
            <a:r>
              <a:t>Periode Data: Januari – Agustus 2026 (Kantor Cabang Cilacap)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303520"/>
            <a:ext cx="98755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✓ Single Source of Truth  |  ✓ 100% Unique Resi Deduplication  |  ✓ Real-Time Reverse Sync Enabled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POSINDO TRACKING SYSTEM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Ringkasan Eksekutif &amp; Arsitektur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3716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Single Source of Truth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Database MySQL `tracking_posindo` dijadikan rujukan tunggal menggantikan rekap spreadsheet manual untuk laporan seller &amp; kantor cabang.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137160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Pembersihan Duplikasi Data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Eliminasi 452 resi duplikat di spreadsheet bulan Februari secara otomatis menggunakan UNIQUE constraint `no_resi`.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3716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Koreksi Presisi Status Retur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Status penerimaan 'DITERIMA PENGIRIM' / 'RETUR' secara ketat diprioritaskan di atas DELIVERED biasa untuk akurasi COD seller.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931920"/>
            <a:ext cx="137160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Otomatisasi Reverse Sync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Fitur `php artisan sheets:push-updates` mengirimkan update tracking NIPos API balik ke Google Sheets secara real-time per 15 menit.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POSINDO TRACKING SYSTEM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Tabel Perbandingan Data Sheet Manual vs Database MySQL (Jan – Agt 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8200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188720"/>
                <a:gridCol w="1188720"/>
                <a:gridCol w="1097280"/>
                <a:gridCol w="1188720"/>
                <a:gridCol w="1188720"/>
                <a:gridCol w="1188720"/>
                <a:gridCol w="1493215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Bulan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Sheet Raw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DB Unik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Retur Sheet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Retur DB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Sukses DB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Inproses Sheet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Inproses DB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Update NIPos Bot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Januari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8.255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8.255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7.333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15 resi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Februari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7.382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6.930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6.291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452 duplikat merged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Maret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6.089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6.085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5.336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 resi ter-update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April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6.387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6.385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5.477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 resi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Mei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5.482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5.480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4.735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 resi ter-update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Juni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5.661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5.656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806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806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4.850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 resi ter-update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Juli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4.994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4.985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4.368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105 resi ter-update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Agustus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2.588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2.588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2.475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941 resi ter-update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46.848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46.364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5.549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5.499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40.865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1.055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40AF"/>
                          </a:solidFill>
                        </a:rPr>
                        <a:t>1.070 resi 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POSINDO TRACKING SYSTEM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Temuan Audit: Pembersihan Duplikasi Resi (Studi Kasus Februari)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7.382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Baris Mentah Spreadsheet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Total baris data mentah yang tercatat di tab FEBRUARI (ZAHERBA).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6.930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Resi Unik di Database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Jumlah resi bersih setelah deduplikasi otomatis oleh sistem MySQL.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</a:defRPr>
            </a:pPr>
            <a:r>
              <a:t>452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Resi Duplikat Terbersihkan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Jumlah baris duplikat yang berhasil di-merge oleh UNIQUE constraint `no_resi`.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📌 Analisis Dampak Bisnis Deduplikasi Data: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Distorsi Laporan Retur: Pada spreadsheet manual, 48 resi retur terhitung ganda sehingga menghasilkan angka 687 retur mentah, padahal jumlah resi retur unik yang sebenarnya adalah 639 resi.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Integritas Laporan Keuangan &amp; COD: Keberadaan resi ganda berisiko menimbulkan klaim ganda pada perhitungan nilai COD seller dan potongan ongkir cabang.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Solusi Sistem MySQL: Penggunaan constraint UNIQUE(no_resi) dan alur `upsert` secara permanen mencegah duplikasi data meskipun file spreadsheet diunggah/di-sync berulang kali.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POSINDO TRACKING SYSTEM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Sampel Rekonsiliasi Resi: Status Spreadsheet vs Status Live NIPos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011680"/>
                <a:gridCol w="2377440"/>
                <a:gridCol w="2407615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Bulan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Nomor Resi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Status Google Sheets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Status NIPos API (MySQL DB)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</a:rPr>
                        <a:t>Keterangan Penerima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Maret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BAC30032602E44840799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IN_PROCESS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</a:rPr>
                        <a:t>SUKSES (DELIVERED)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Diterima Yang Bersangkutan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Mei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BAC200526368C4810294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IN_PROCESS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</a:rPr>
                        <a:t>SUKSES (DELIVERED)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Diterima Keluarga (Ibu/Ayah)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Juni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BAC05062624CB037A00E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IN_PROCESS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</a:rPr>
                        <a:t>SUKSES (DELIVERED)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Diterima Satpam Kantor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Juli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BAC010726484D82ADD67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IN_PROCESS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</a:rPr>
                        <a:t>SUKSES (DELIVERED)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Diterima Yang Bersangkutan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Agustus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BAC180826408705C192B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IN_PROCESS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</a:rPr>
                        <a:t>SUKSES (DELIVERED)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Diterima Orang Serumah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2400E"/>
                </a:solidFill>
              </a:defRPr>
            </a:pPr>
            <a:r>
              <a:t>💡 Catatan Penting: Seluruh 1.070 resi yang di Google Sheets masih tertulis IN_PROCESS (terutama 105 resi Juli &amp; 941 resi Agustus) telah secara otomatis diperbarui oleh Bot NIPos API ke status final DELIVERED/RETUR pada Database MySQL.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POSINDO TRACKING SYSTEM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Kesimpulan &amp; Rekomendasi Strategis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37160" cy="1508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1. Single Source of Truth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Jadikan Dashboard Web Posindo Tracking berbasis MySQL sebagai rujukan tunggal utama untuk laporan performa logistik, klaim COD seller, dan monitoring CS kantor cabang.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72865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137160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2. Automasi Reverse Sync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Jalankan perintah scheduler `php artisan sheets:push-updates` setiap 15 menit agar spreadsheet manual Google Sheets selalu ter-update secara otomatis sesuai data live NIPos.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37160" cy="1508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3. Optimalisasi Tombol Push UI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Manfaatkan tombol 'Push Status ke Sheets' di UI Dashboard untuk memicu pembaruan instan ke Google Sheets tanpa risiko timeout atau blank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